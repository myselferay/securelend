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Yillik Gelir (M TL)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</c:v>
                </c:pt>
                <c:pt idx="1">
                  <c:v>14.4</c:v>
                </c:pt>
                <c:pt idx="2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5943600" y="731520"/>
            <a:ext cx="2926080" cy="2926080"/>
          </a:xfrm>
          <a:prstGeom prst="rect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1828800" cy="18288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SecureLend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Guvence Platformu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Is Birligi Teklifi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9376D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kiraguvence.com</a:t>
            </a:r>
            <a:pPr indent="0" marL="0">
              <a:buNone/>
            </a:pPr>
            <a:r>
              <a:rPr lang="en-US" sz="13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Eray Karacaoglan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Turkiye'de kira ekosisteminin en buyuk sorunlari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14173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64008" cy="141732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%43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0" y="1691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tahsilatinda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 yasayan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sahipleri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657600" cy="14173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64008" cy="141732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37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6-12 Ay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16916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tahliye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sureci (hukuki)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3657600" cy="14173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00400"/>
            <a:ext cx="64008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337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3-6x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286000" y="33375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Depozito baskisi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kiracilara (aylik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katlari)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3657600" cy="14173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00400"/>
            <a:ext cx="64008" cy="141732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337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%78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17920" y="33375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cozum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arayan gayrimenkul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paydaclari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Cozum: SecureLend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Bankanin KMH urununu kira ekosisteminin merkezine tasiyoruz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594360" cy="59436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1847088"/>
            <a:ext cx="640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Kiraci Basvurur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uzerinden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KMH basvurusu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77640" y="1847088"/>
            <a:ext cx="640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74320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Onaylar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KKB skoru ve gelir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 ile limit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1554480"/>
            <a:ext cx="594360" cy="59436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26480" y="1847088"/>
            <a:ext cx="640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89204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Sozlesme Imza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sozlesme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KMH baglama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1554480"/>
            <a:ext cx="594360" cy="59436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Odeme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697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dogrudan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sahibi IBAN'a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7033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703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paranin arasina girmez.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Kira, kiracinin KMH hesabindan dogrudan ev sahibinin IBAN'ina gider. SecureLend sozlesme yonetimi, kiraci-banka eslestirmesi ve odeme takibi saglar.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Modeli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 kazanir: Kiraci guvence, Ev sahibi garanti, Banka musteri, Platform komisyon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51760" cy="29260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651760" cy="50292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Kiraci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KMH ile guvenceli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odemesi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sozlesme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Dusuk depozito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baskisi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51760" cy="29260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0876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 Sahibi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garantili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odeme guvencesi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tahsilat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takip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651760" cy="29260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08760"/>
            <a:ext cx="2651760" cy="50292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KMH musterisi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(sifir edinme maliyeti)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 geliri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segmentinde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penetrasyon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 modeli: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basarili odeme sonrasinda ev sahibinden komisyon.  Platform para akisina araclik etmez.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Banka Icin Deger Onerisi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sifir maliyetle KMH musterisi getiriyoruz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Sifir Musteri Edinme Maliyeti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8105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Kiraci KMH basvurusunu platform uzerinden yapar. Banka icin organik, dijital kanal.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731520"/>
          </a:xfrm>
          <a:prstGeom prst="rect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3172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77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Duzenli Faiz Geliri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6791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kiraci aylik duzenli KMH kullanimi = surekli faiz geliri. Churn riski dusuk.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0040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46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Segmentinde Penetrasyon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547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Turkiye'de 8M+ kiracili hane. Dijital kira odemesi henuz %5 penetrasyon.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06908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 Teknoloji Altyapisi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4165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entegrasyonu, dijital KYC, sozlesme yonetimi — bankanin yapmasi gerekmeyen is yukleri.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Pazar Firsati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423160" cy="22860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423160" cy="45720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Kiracili hane sayisi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(Turkiye geneli)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423160" cy="22860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280160"/>
            <a:ext cx="2423160" cy="45720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1280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54680" y="1874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937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bankaciligi aktif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kullanan kiracili haneler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280160"/>
            <a:ext cx="2423160" cy="22860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280160"/>
            <a:ext cx="24231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280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60720" y="18745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120K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94360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3 yilda hedeflenen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sozlesme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Projeksiyon (3 Yillik Gelir)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4114800"/>
          <a:ext cx="41148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846320" y="4206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Varsayimlar: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Ort. kira 15.000 TL | %1 komisyon | Yil 1: 2K, Yil 2: 8K, Yil 3: 20K aktif sozlesme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Teknoloji &amp;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 altyapi: Web + Mobil + API + AI operasyon ajanslari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50876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Uygulamasi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15, React 19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150876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651760" cy="54864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Uygulama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KYC (kimlik, selfie)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bildirimler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150876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NestJS, PostgreSQL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ORM, JWT Auth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dokumantasyon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651760" cy="150876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2651760" cy="54864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Entegrasyonu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KMH basvuru API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KKB skor sorgulama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dogrulama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154680"/>
            <a:ext cx="2651760" cy="150876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154680"/>
            <a:ext cx="2651760" cy="54864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Guvenlik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TCKN hashleme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dogrulama (2FA)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erisim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651760" cy="150876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Operasyon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multi-agent sistemi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CEO, PO, Dev,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ajanslari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Rekabet Ortami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SecureLend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Kiram Guvende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(Vakifbank)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 Garanti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Trink Kira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Dijital Sozlesme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KMH Entegrasyonu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 Uygulama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Coklu Banka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Operasyon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Komisyon Modeli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sahibi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Kiraci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Akisinda mi?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25196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51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fark: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SecureLend para akisina araclik etmez, regülasyon yuku tasmaz. Coklu banka destegi ile tek platforma bagimlilik ortadan kalkar. Komisyon ev sahibinden alinir — kiraci icin ek maliyet yok.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Birligi Modeli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Bankanizdan bekledigimiz ve sunacagimiz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840480" cy="3017520"/>
          </a:xfrm>
          <a:prstGeom prst="rect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Bankadan Beklentimiz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KMH urun API erisimi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KKB skor sorgulama yetkisi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26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Odeme durum bildirimi (webhook)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4655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 icin teknik ekip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904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birligi protokolu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840480" cy="3017520"/>
          </a:xfrm>
          <a:prstGeom prst="rect">
            <a:avLst/>
          </a:prstGeom>
          <a:solidFill>
            <a:srgbClr val="19376D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508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Sundugumuz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Sifir maliyetle KMH musterisi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587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KYC ve onboarding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026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Sozlesme ve odeme yonetimi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4655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segmenti data &amp;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904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entegrasyon opsiyonu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Onerilen takvim: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anlasmasi (1 ay)  &gt;  API entegrasyonu (2-3 ay)  &gt;  Beta lansman (500 sozlesme)  &gt;  Tam lansman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9376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500000">
            <a:off x="6400800" y="-457200"/>
            <a:ext cx="3200400" cy="320040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Birlikte Buyuyelim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Turkiye'nin kira ekosistemini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dijitallestirelim.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200400"/>
            <a:ext cx="4572000" cy="1280160"/>
          </a:xfrm>
          <a:prstGeom prst="rect">
            <a:avLst/>
          </a:prstGeom>
          <a:solidFill>
            <a:srgbClr val="19376D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200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Eray Karacaoglan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5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Delivery Head</a:t>
            </a:r>
            <a:endParaRPr lang="en-US" sz="1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eraykaracaoglan@icloud.com  |  kiraguvence.com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SecureLend - Banka Is Birligi Teklifi</dc:title>
  <dc:subject>PptxGenJS Presentation</dc:subject>
  <dc:creator>SecureLend</dc:creator>
  <cp:lastModifiedBy>SecureLend</cp:lastModifiedBy>
  <cp:revision>1</cp:revision>
  <dcterms:created xsi:type="dcterms:W3CDTF">2026-04-06T15:55:20Z</dcterms:created>
  <dcterms:modified xsi:type="dcterms:W3CDTF">2026-04-06T15:55:20Z</dcterms:modified>
</cp:coreProperties>
</file>